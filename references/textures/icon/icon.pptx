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57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D0209-D3EB-AD35-999C-25FA801B3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F124544-4661-04C6-4F00-35C854486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BC0B11-719D-C315-21F7-80A9A1368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DE6D-FE7B-4616-9CBF-337073D9F92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379230-46C6-1333-56EB-C151F7311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27E6A9-7386-9E8C-24A1-B08370806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FFFEE-4220-4D81-A0D8-41DB0243F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822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377FC1-1B83-4B2E-4A27-150A743EA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F1746F-6C5D-B173-5DE2-D5B8B3894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8DDF49-01D9-B0FC-C3A9-BF64F22A3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DE6D-FE7B-4616-9CBF-337073D9F92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0A5BB9-D78D-9D94-41BF-65659A71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48EE7C-3CC2-F7F5-C8E3-FD0459DF9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FFFEE-4220-4D81-A0D8-41DB0243F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306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331D3D-F96B-96F2-CB15-7749B2052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18A00A-E052-DE10-EAF6-6D13F32B3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9E481C-E5A4-4205-2B25-C3430275A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DE6D-FE7B-4616-9CBF-337073D9F92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61D1E7-2A9E-FCC7-4F58-1387DCF8C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C286CE-096F-DBAC-5D60-B100281C8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FFFEE-4220-4D81-A0D8-41DB0243F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263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274CA5-4C9F-03A7-4705-A37A8899C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B03311-CEBA-F7DF-2313-A212B2765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C3CAD7-4BD9-F22F-3D70-1257BD13A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8D378B-C84C-0A1B-385B-F87F43E3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DE6D-FE7B-4616-9CBF-337073D9F92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1FC032-4A55-1464-3232-E16FD58A5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713E41-8D85-3E55-9D59-786C302DD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FFFEE-4220-4D81-A0D8-41DB0243F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11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CC465-2DF0-00B9-633D-1D3B68E05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3E4605-4CDE-7119-338E-F3981923F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21DFA-E812-6851-9186-E60466ECA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F76101-5EC6-405D-D07B-FF266A456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CF3F429-53B4-CFD8-DD1D-8DA89E8F2E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A3B1356-FB0E-853A-CA34-A785849ED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DE6D-FE7B-4616-9CBF-337073D9F92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9342D5-81EF-A050-2019-72712B44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F6EDBD-8452-E226-6690-BAAC700E3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FFFEE-4220-4D81-A0D8-41DB0243F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94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525D21-3BEE-B65D-3D47-419B9CBC1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DA7864-5AE4-48B9-103B-EBEA41E38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DE6D-FE7B-4616-9CBF-337073D9F92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9CC779-F78A-D5DD-D538-119807DD3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0B45E4-61AB-5AB4-890C-0BC60CE42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FFFEE-4220-4D81-A0D8-41DB0243F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068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E1AD6E-A3D6-5944-8672-8F86A3697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DE6D-FE7B-4616-9CBF-337073D9F92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C32607-6198-9405-5BE7-77FED6B79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49013B-18FA-A633-BBC6-12D62C385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FFFEE-4220-4D81-A0D8-41DB0243F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639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5D33F6-AB3C-B531-C19E-777DCEC37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44A908-4557-850D-8A0C-BF1C0E0C0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D7CE4F-4BEF-AB38-557B-1C678822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99D573-5F5B-0F2A-C396-F1035072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DE6D-FE7B-4616-9CBF-337073D9F92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947440-C9AB-CEDA-7D8F-ED9B6A8E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E2860E-D89A-69BB-07B0-536827C5C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FFFEE-4220-4D81-A0D8-41DB0243F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70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580FAC-845E-2A2A-B29E-4BAC1CA8A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77BBEF-8F97-0727-62AE-BF30582CAE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1642E8-1916-FAFE-F042-6D482131B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60F7BA-0412-F71C-DDFB-1F8BCF43B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DE6D-FE7B-4616-9CBF-337073D9F92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4054D0-DA96-D3E9-0AD8-DF2BCBE9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8E58AB-20EF-2F6E-3559-44AE3D21B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FFFEE-4220-4D81-A0D8-41DB0243F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97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C8164-65D9-A90C-F238-B370D601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72D3E5-9D38-069D-2B07-B62DFF0F2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EF296B-27F9-A865-55BF-79558D33F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DE6D-FE7B-4616-9CBF-337073D9F92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F21B5D-8E35-0FFD-DA7F-DC82963F1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C7CBD4-0FF7-A949-8CA9-74109AC5C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FFFEE-4220-4D81-A0D8-41DB0243F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962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4A421A-9B00-BA2C-C4A5-7196AB9EBE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55184C-9B27-525D-75E5-3608795E5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1EAA17-968A-029E-1308-0F8D390C5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DE6D-FE7B-4616-9CBF-337073D9F92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A03E8D-49B8-DD5E-D4A3-985999EA7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CE4F1A-D77E-E95B-6BFA-BF451BB3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FFFEE-4220-4D81-A0D8-41DB0243F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137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B103709-A323-B4D2-97B2-94423DDB7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C1782B-7BDC-D548-386A-E8C14C40B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F56E40-E2AD-DBCB-1BC4-A3F2CEFDF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B7DE6D-FE7B-4616-9CBF-337073D9F928}" type="datetimeFigureOut">
              <a:rPr lang="zh-CN" altLang="en-US" smtClean="0"/>
              <a:t>2026/9/24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47461E-8CCC-E014-3276-4EAE43382C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099E2-B428-1C39-FD91-B2FC92197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FFFEE-4220-4D81-A0D8-41DB0243F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656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9D3B23F-BD50-1AFE-64EA-E3CE112BA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0" y="2000250"/>
            <a:ext cx="2857500" cy="2857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644B732-8D92-4144-0E0E-79E656C323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143250"/>
            <a:ext cx="1714500" cy="1714500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9173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海 郝</dc:creator>
  <cp:lastModifiedBy>海 郝</cp:lastModifiedBy>
  <cp:revision>1</cp:revision>
  <dcterms:created xsi:type="dcterms:W3CDTF">2026-09-24T12:06:10Z</dcterms:created>
  <dcterms:modified xsi:type="dcterms:W3CDTF">2026-09-24T12:10:05Z</dcterms:modified>
</cp:coreProperties>
</file>